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5" r:id="rId2"/>
    <p:sldId id="286" r:id="rId3"/>
    <p:sldId id="276" r:id="rId4"/>
    <p:sldId id="270" r:id="rId5"/>
    <p:sldId id="277" r:id="rId6"/>
    <p:sldId id="278" r:id="rId7"/>
    <p:sldId id="279" r:id="rId8"/>
    <p:sldId id="281" r:id="rId9"/>
    <p:sldId id="282" r:id="rId10"/>
    <p:sldId id="283" r:id="rId11"/>
    <p:sldId id="284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56" autoAdjust="0"/>
    <p:restoredTop sz="94660"/>
  </p:normalViewPr>
  <p:slideViewPr>
    <p:cSldViewPr>
      <p:cViewPr varScale="1">
        <p:scale>
          <a:sx n="67" d="100"/>
          <a:sy n="67" d="100"/>
        </p:scale>
        <p:origin x="13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80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28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20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58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43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69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53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10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39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11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75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56" y="0"/>
            <a:ext cx="9147855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9676" y="8721"/>
            <a:ext cx="916367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9144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tkinter.html" TargetMode="External"/><Relationship Id="rId5" Type="http://schemas.openxmlformats.org/officeDocument/2006/relationships/hyperlink" Target="https://cryptography.io/" TargetMode="External"/><Relationship Id="rId4" Type="http://schemas.openxmlformats.org/officeDocument/2006/relationships/hyperlink" Target="https://www.mongodb.com/doc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7449"/>
            <a:ext cx="9144000" cy="1080120"/>
          </a:xfrm>
        </p:spPr>
        <p:txBody>
          <a:bodyPr>
            <a:normAutofit fontScale="90000"/>
          </a:bodyPr>
          <a:lstStyle/>
          <a:p>
            <a:pPr fontAlgn="base">
              <a:spcAft>
                <a:spcPct val="0"/>
              </a:spcAft>
            </a:pPr>
            <a:r>
              <a:rPr lang="en-US" sz="2400" dirty="0"/>
              <a:t>Secure File Vault</a:t>
            </a:r>
            <a:br>
              <a:rPr lang="en-US" sz="2400" dirty="0"/>
            </a:br>
            <a:r>
              <a:rPr lang="en-US" sz="2400" dirty="0">
                <a:ea typeface="Droid Sans Fallback"/>
                <a:cs typeface="Times New Roman" pitchFamily="18" charset="0"/>
              </a:rPr>
              <a:t>Project Synopsis Presentation </a:t>
            </a:r>
            <a:br>
              <a:rPr lang="en-US" sz="2400" dirty="0">
                <a:ea typeface="Droid Sans Fallback"/>
                <a:cs typeface="Times New Roman" pitchFamily="18" charset="0"/>
              </a:rPr>
            </a:br>
            <a:r>
              <a:rPr lang="en-US" sz="2000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Date: 02/12/2025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2323783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20685" y="5639153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College of Computing Sciences &amp; Information Technology (CCSIT)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err="1"/>
              <a:t>Teerthanker</a:t>
            </a:r>
            <a:r>
              <a:rPr lang="en-US" sz="2000" b="1" dirty="0"/>
              <a:t> </a:t>
            </a:r>
            <a:r>
              <a:rPr lang="en-US" sz="2000" b="1" dirty="0" err="1"/>
              <a:t>Mahaveer</a:t>
            </a:r>
            <a:r>
              <a:rPr lang="en-US" sz="2000" b="1" dirty="0"/>
              <a:t> University, Moradabad</a:t>
            </a:r>
            <a:endParaRPr lang="en-US" sz="2000" b="1" dirty="0">
              <a:latin typeface="Arial" pitchFamily="34" charset="0"/>
              <a:ea typeface="Droid Sans Fallback"/>
              <a:cs typeface="Calibri" pitchFamily="34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176206"/>
            <a:ext cx="1204101" cy="108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081301" y="3181144"/>
            <a:ext cx="4571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Student Name: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Aditya Kumar (TCA2357004)</a:t>
            </a:r>
            <a:endParaRPr lang="en-US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733" y="3198719"/>
            <a:ext cx="37401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Project Guide: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Mr. Amit Kumar</a:t>
            </a:r>
            <a:endParaRPr lang="en-US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1559" y="1863247"/>
            <a:ext cx="80417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INDUSTRIAL TRAINING (ECS591)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Degree : </a:t>
            </a:r>
            <a:r>
              <a:rPr lang="en-US" sz="2000" dirty="0" err="1"/>
              <a:t>B.Tech</a:t>
            </a:r>
            <a:r>
              <a:rPr lang="en-US" sz="2000" dirty="0"/>
              <a:t> (Computer Science &amp; Engineering)-IBM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8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Team Details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70239"/>
              </p:ext>
            </p:extLst>
          </p:nvPr>
        </p:nvGraphicFramePr>
        <p:xfrm>
          <a:off x="251520" y="1412775"/>
          <a:ext cx="8496944" cy="1109324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5972261">
                  <a:extLst>
                    <a:ext uri="{9D8B030D-6E8A-4147-A177-3AD203B41FA5}">
                      <a16:colId xmlns:a16="http://schemas.microsoft.com/office/drawing/2014/main" val="3341467042"/>
                    </a:ext>
                  </a:extLst>
                </a:gridCol>
                <a:gridCol w="2524683">
                  <a:extLst>
                    <a:ext uri="{9D8B030D-6E8A-4147-A177-3AD203B41FA5}">
                      <a16:colId xmlns:a16="http://schemas.microsoft.com/office/drawing/2014/main" val="4186870229"/>
                    </a:ext>
                  </a:extLst>
                </a:gridCol>
              </a:tblGrid>
              <a:tr h="583866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Student Name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Role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6531479"/>
                  </a:ext>
                </a:extLst>
              </a:tr>
              <a:tr h="52545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                      </a:t>
                      </a:r>
                      <a:r>
                        <a:rPr lang="en-US" sz="2400" dirty="0"/>
                        <a:t>Aditya</a:t>
                      </a:r>
                      <a:r>
                        <a:rPr lang="en-US" sz="2400" baseline="0" dirty="0"/>
                        <a:t> Kumar</a:t>
                      </a:r>
                      <a:r>
                        <a:rPr lang="en-US" sz="2400" dirty="0"/>
                        <a:t>(TCA2357004)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dirty="0"/>
                        <a:t>        Developer</a:t>
                      </a:r>
                      <a:endParaRPr lang="en-IN" sz="2400" b="1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163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71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Brief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3831" y="1233907"/>
            <a:ext cx="8892480" cy="447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File Vault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cybersecurity-based desktop application designed to protect sensitive user files.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encryption, tamper detection, and secure access control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modern cryptographic techniques.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offers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GUI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users to easily encrypt, decrypt, and verify files.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database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smooth working in both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(MongoDB Atlas)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(Local MongoDB)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focuses on providing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confidentiality, integrity, and secure file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personal and professional use.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demonstrates practical implementation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 encryption, PBKDF2 key derivation, SHA-256 hashing, and secure authentication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real-world scenarios.</a:t>
            </a:r>
          </a:p>
        </p:txBody>
      </p:sp>
    </p:spTree>
    <p:extLst>
      <p:ext uri="{BB962C8B-B14F-4D97-AF65-F5344CB8AC3E}">
        <p14:creationId xmlns:p14="http://schemas.microsoft.com/office/powerpoint/2010/main" val="180959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969" y="1184225"/>
            <a:ext cx="8172400" cy="3522712"/>
          </a:xfrm>
        </p:spPr>
        <p:txBody>
          <a:bodyPr>
            <a:normAutofit/>
          </a:bodyPr>
          <a:lstStyle/>
          <a:p>
            <a:r>
              <a:rPr lang="en-US" b="1" dirty="0"/>
              <a:t>AES Encryption</a:t>
            </a:r>
            <a:r>
              <a:rPr lang="en-US" dirty="0"/>
              <a:t>, </a:t>
            </a:r>
            <a:r>
              <a:rPr lang="en-US" b="1" dirty="0"/>
              <a:t>PBKDF2</a:t>
            </a:r>
            <a:r>
              <a:rPr lang="en-US" dirty="0"/>
              <a:t>, </a:t>
            </a:r>
            <a:r>
              <a:rPr lang="en-US" b="1" dirty="0"/>
              <a:t>SHA-256 Hashing</a:t>
            </a:r>
            <a:endParaRPr lang="en-US" dirty="0"/>
          </a:p>
          <a:p>
            <a:r>
              <a:rPr lang="en-US" b="1" dirty="0"/>
              <a:t>Hybrid Database:</a:t>
            </a:r>
            <a:r>
              <a:rPr lang="en-US" dirty="0"/>
              <a:t> MongoDB Atlas + Local MongoDB</a:t>
            </a:r>
          </a:p>
          <a:p>
            <a:r>
              <a:rPr lang="en-US" b="1" dirty="0"/>
              <a:t>Secure Authentication &amp; Session Management</a:t>
            </a:r>
            <a:endParaRPr lang="en-US" dirty="0"/>
          </a:p>
          <a:p>
            <a:r>
              <a:rPr lang="en-US" b="1" dirty="0"/>
              <a:t>Python </a:t>
            </a:r>
            <a:r>
              <a:rPr lang="en-US" b="1" dirty="0" err="1"/>
              <a:t>Tkinter</a:t>
            </a:r>
            <a:r>
              <a:rPr lang="en-US" b="1" dirty="0"/>
              <a:t> GUI</a:t>
            </a:r>
            <a:endParaRPr lang="en-US" dirty="0"/>
          </a:p>
          <a:p>
            <a:r>
              <a:rPr lang="en-US" b="1" dirty="0"/>
              <a:t>Python Libraries:</a:t>
            </a:r>
            <a:r>
              <a:rPr lang="en-US" dirty="0"/>
              <a:t> cryptography, </a:t>
            </a:r>
            <a:r>
              <a:rPr lang="en-US" dirty="0" err="1"/>
              <a:t>hashlib</a:t>
            </a:r>
            <a:r>
              <a:rPr lang="en-US" dirty="0"/>
              <a:t>, </a:t>
            </a:r>
            <a:r>
              <a:rPr lang="en-US" dirty="0" err="1"/>
              <a:t>pymongo</a:t>
            </a:r>
            <a:endParaRPr lang="en-US" dirty="0"/>
          </a:p>
          <a:p>
            <a:r>
              <a:rPr lang="en-US" b="1" dirty="0"/>
              <a:t>Tools:</a:t>
            </a:r>
            <a:r>
              <a:rPr lang="en-US" dirty="0"/>
              <a:t> VS Code / </a:t>
            </a:r>
            <a:r>
              <a:rPr lang="en-US" dirty="0" err="1"/>
              <a:t>PyCharm</a:t>
            </a:r>
            <a:r>
              <a:rPr lang="en-US" dirty="0"/>
              <a:t>, MongoDB Compass, GitHub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Methodologies/ Technologies/ Tools to be used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9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Context Diagram (Overall Project)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AutoShape 2" descr="Generated image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0" y="914400"/>
            <a:ext cx="9144000" cy="525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-3856" y="1129298"/>
            <a:ext cx="450384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 interacts with the </a:t>
            </a:r>
            <a:r>
              <a:rPr lang="en-US" sz="2000" b="1" dirty="0"/>
              <a:t>Secure File Vault Application (Desktop GUI)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Application handles </a:t>
            </a:r>
            <a:r>
              <a:rPr lang="en-US" sz="2000" b="1" dirty="0"/>
              <a:t>file encryption, decryption &amp; integrity check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Connects to </a:t>
            </a:r>
            <a:r>
              <a:rPr lang="en-US" sz="2000" b="1" dirty="0"/>
              <a:t>MongoDB Atlas (Online)</a:t>
            </a:r>
            <a:r>
              <a:rPr lang="en-US" sz="2000" dirty="0"/>
              <a:t> for cloud storage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Automatically switches to </a:t>
            </a:r>
            <a:r>
              <a:rPr lang="en-US" sz="2000" b="1" dirty="0"/>
              <a:t>Local MongoDB (Offline)</a:t>
            </a:r>
            <a:r>
              <a:rPr lang="en-US" sz="2000" dirty="0"/>
              <a:t> when internet is unavailable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System generates </a:t>
            </a:r>
            <a:r>
              <a:rPr lang="en-US" sz="2000" b="1" dirty="0"/>
              <a:t>logs &amp; alerts</a:t>
            </a:r>
            <a:r>
              <a:rPr lang="en-US" sz="2000" dirty="0"/>
              <a:t> for all activities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101" y="914400"/>
            <a:ext cx="4778361" cy="48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" y="875440"/>
            <a:ext cx="4415765" cy="525145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Entity Relationship Diagram (ERD)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446522" y="1281306"/>
            <a:ext cx="469747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user credentials and recovery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Files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stored in the vault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Entity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maintains filename, encryption info, and associated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File has one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 Entry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integrity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Entity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records all user actions (login, encryption, integrity check)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User can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Logs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linked to their activities</a:t>
            </a:r>
          </a:p>
        </p:txBody>
      </p:sp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6" y="948279"/>
            <a:ext cx="9129318" cy="525145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Data Flow Diagram (DFD)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Flow Chart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4" y="948505"/>
            <a:ext cx="7604456" cy="5150151"/>
          </a:xfrm>
        </p:spPr>
      </p:pic>
    </p:spTree>
    <p:extLst>
      <p:ext uri="{BB962C8B-B14F-4D97-AF65-F5344CB8AC3E}">
        <p14:creationId xmlns:p14="http://schemas.microsoft.com/office/powerpoint/2010/main" val="2560928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9125462" cy="525145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Use Case Diagram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13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\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160748"/>
            <a:ext cx="8028384" cy="4026768"/>
          </a:xfrm>
        </p:spPr>
        <p:txBody>
          <a:bodyPr>
            <a:normAutofit/>
          </a:bodyPr>
          <a:lstStyle/>
          <a:p>
            <a:r>
              <a:rPr lang="en-US" dirty="0"/>
              <a:t>Provides </a:t>
            </a:r>
            <a:r>
              <a:rPr lang="en-US" b="1" dirty="0"/>
              <a:t>strong file security</a:t>
            </a:r>
            <a:r>
              <a:rPr lang="en-US" dirty="0"/>
              <a:t> through AES encryption</a:t>
            </a:r>
          </a:p>
          <a:p>
            <a:r>
              <a:rPr lang="en-US" dirty="0"/>
              <a:t>Ensures </a:t>
            </a:r>
            <a:r>
              <a:rPr lang="en-US" b="1" dirty="0"/>
              <a:t>tamper detection</a:t>
            </a:r>
            <a:r>
              <a:rPr lang="en-US" dirty="0"/>
              <a:t> using SHA-256 hashing</a:t>
            </a:r>
          </a:p>
          <a:p>
            <a:r>
              <a:rPr lang="en-US" dirty="0"/>
              <a:t>Works </a:t>
            </a:r>
            <a:r>
              <a:rPr lang="en-US" b="1" dirty="0"/>
              <a:t>online and offline</a:t>
            </a:r>
            <a:r>
              <a:rPr lang="en-US" dirty="0"/>
              <a:t> using hybrid database mode</a:t>
            </a:r>
          </a:p>
          <a:p>
            <a:r>
              <a:rPr lang="en-US" dirty="0"/>
              <a:t>Offers a </a:t>
            </a:r>
            <a:r>
              <a:rPr lang="en-US" b="1" dirty="0"/>
              <a:t>simple and user-friendly GUI</a:t>
            </a:r>
            <a:endParaRPr lang="en-US" dirty="0"/>
          </a:p>
          <a:p>
            <a:r>
              <a:rPr lang="en-US" dirty="0"/>
              <a:t>Protects user accounts with </a:t>
            </a:r>
            <a:r>
              <a:rPr lang="en-US" b="1" dirty="0"/>
              <a:t>secure authentication (PBKDF2)</a:t>
            </a:r>
            <a:endParaRPr lang="en-US" dirty="0"/>
          </a:p>
          <a:p>
            <a:r>
              <a:rPr lang="en-US" dirty="0"/>
              <a:t>Maintains full </a:t>
            </a:r>
            <a:r>
              <a:rPr lang="en-US" b="1" dirty="0"/>
              <a:t>activity logs for tracking actions</a:t>
            </a:r>
            <a:endParaRPr lang="en-US" dirty="0"/>
          </a:p>
          <a:p>
            <a:r>
              <a:rPr lang="en-US" dirty="0"/>
              <a:t>Prevents misuse with </a:t>
            </a:r>
            <a:r>
              <a:rPr lang="en-US" b="1" dirty="0"/>
              <a:t>auto-lock on inactivity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Advantage of The Project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21563"/>
            <a:ext cx="7020272" cy="3666728"/>
          </a:xfrm>
        </p:spPr>
        <p:txBody>
          <a:bodyPr>
            <a:normAutofit/>
          </a:bodyPr>
          <a:lstStyle/>
          <a:p>
            <a:r>
              <a:rPr lang="en-US" dirty="0"/>
              <a:t>Python Documentation – </a:t>
            </a:r>
            <a:r>
              <a:rPr lang="en-US" dirty="0">
                <a:hlinkClick r:id="rId3"/>
              </a:rPr>
              <a:t>https://docs.python.org</a:t>
            </a:r>
            <a:endParaRPr lang="en-US" dirty="0"/>
          </a:p>
          <a:p>
            <a:r>
              <a:rPr lang="en-US" dirty="0"/>
              <a:t>MongoDB Official Documentation – </a:t>
            </a:r>
            <a:r>
              <a:rPr lang="en-US" dirty="0">
                <a:hlinkClick r:id="rId4"/>
              </a:rPr>
              <a:t>https://www.mongodb.com/docs</a:t>
            </a:r>
            <a:endParaRPr lang="en-US" dirty="0"/>
          </a:p>
          <a:p>
            <a:r>
              <a:rPr lang="en-US" dirty="0"/>
              <a:t>Cryptography Library Docs (AES, PBKDF2, SHA-256) – </a:t>
            </a:r>
            <a:r>
              <a:rPr lang="en-US" dirty="0">
                <a:hlinkClick r:id="rId5"/>
              </a:rPr>
              <a:t>https://cryptography.io</a:t>
            </a:r>
            <a:endParaRPr lang="en-US" dirty="0"/>
          </a:p>
          <a:p>
            <a:r>
              <a:rPr lang="en-US" dirty="0" err="1"/>
              <a:t>Tkinter</a:t>
            </a:r>
            <a:r>
              <a:rPr lang="en-US" dirty="0"/>
              <a:t> GUI Reference – </a:t>
            </a:r>
            <a:r>
              <a:rPr lang="en-US" dirty="0">
                <a:hlinkClick r:id="rId6"/>
              </a:rPr>
              <a:t>https://docs.python.org/3/library/tkinter.html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References, if any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04071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525</Words>
  <Application>Microsoft Office PowerPoint</Application>
  <PresentationFormat>On-screen Show (4:3)</PresentationFormat>
  <Paragraphs>94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Droid Sans Fallback</vt:lpstr>
      <vt:lpstr>Office Theme</vt:lpstr>
      <vt:lpstr>Secure File Vault Project Synopsis Presentation  Date: 02/12/2025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\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Jain</dc:creator>
  <cp:lastModifiedBy>Aditya Upadhyay</cp:lastModifiedBy>
  <cp:revision>114</cp:revision>
  <dcterms:created xsi:type="dcterms:W3CDTF">2016-07-30T14:16:51Z</dcterms:created>
  <dcterms:modified xsi:type="dcterms:W3CDTF">2026-04-09T04:03:53Z</dcterms:modified>
</cp:coreProperties>
</file>